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803" r:id="rId2"/>
    <p:sldId id="833" r:id="rId3"/>
    <p:sldId id="824" r:id="rId4"/>
    <p:sldId id="828" r:id="rId5"/>
    <p:sldId id="805" r:id="rId6"/>
    <p:sldId id="829" r:id="rId7"/>
    <p:sldId id="832" r:id="rId8"/>
    <p:sldId id="830" r:id="rId9"/>
    <p:sldId id="831" r:id="rId10"/>
    <p:sldId id="83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6F36E-9097-4007-80BA-1FBE04F5EBE4}" v="7" dt="2026-03-21T09:13:17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23" autoAdjust="0"/>
    <p:restoredTop sz="94660"/>
  </p:normalViewPr>
  <p:slideViewPr>
    <p:cSldViewPr snapToGrid="0">
      <p:cViewPr varScale="1">
        <p:scale>
          <a:sx n="62" d="100"/>
          <a:sy n="62" d="100"/>
        </p:scale>
        <p:origin x="4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raj Sri" userId="19a0e5d8ca647d76" providerId="LiveId" clId="{72EC9BEC-BBF1-4FEA-8F94-696BF3EC7A99}"/>
    <pc:docChg chg="undo redo custSel addSld delSld modSld sldOrd">
      <pc:chgData name="Ramaraj Sri" userId="19a0e5d8ca647d76" providerId="LiveId" clId="{72EC9BEC-BBF1-4FEA-8F94-696BF3EC7A99}" dt="2026-03-21T09:14:58.808" v="10181" actId="403"/>
      <pc:docMkLst>
        <pc:docMk/>
      </pc:docMkLst>
      <pc:sldChg chg="del">
        <pc:chgData name="Ramaraj Sri" userId="19a0e5d8ca647d76" providerId="LiveId" clId="{72EC9BEC-BBF1-4FEA-8F94-696BF3EC7A99}" dt="2026-03-21T08:56:25.518" v="8245" actId="47"/>
        <pc:sldMkLst>
          <pc:docMk/>
          <pc:sldMk cId="1882254423" sldId="796"/>
        </pc:sldMkLst>
      </pc:sldChg>
      <pc:sldChg chg="delSp modSp mod">
        <pc:chgData name="Ramaraj Sri" userId="19a0e5d8ca647d76" providerId="LiveId" clId="{72EC9BEC-BBF1-4FEA-8F94-696BF3EC7A99}" dt="2026-03-21T09:13:07.713" v="10113" actId="478"/>
        <pc:sldMkLst>
          <pc:docMk/>
          <pc:sldMk cId="1157260694" sldId="803"/>
        </pc:sldMkLst>
        <pc:spChg chg="mod">
          <ac:chgData name="Ramaraj Sri" userId="19a0e5d8ca647d76" providerId="LiveId" clId="{72EC9BEC-BBF1-4FEA-8F94-696BF3EC7A99}" dt="2026-03-21T08:48:22.293" v="6880" actId="1076"/>
          <ac:spMkLst>
            <pc:docMk/>
            <pc:sldMk cId="1157260694" sldId="803"/>
            <ac:spMk id="106" creationId="{0794CBDF-89DA-68F4-4998-89F67853C47F}"/>
          </ac:spMkLst>
        </pc:spChg>
        <pc:spChg chg="mod">
          <ac:chgData name="Ramaraj Sri" userId="19a0e5d8ca647d76" providerId="LiveId" clId="{72EC9BEC-BBF1-4FEA-8F94-696BF3EC7A99}" dt="2026-03-21T09:02:58.408" v="9096" actId="5793"/>
          <ac:spMkLst>
            <pc:docMk/>
            <pc:sldMk cId="1157260694" sldId="803"/>
            <ac:spMk id="107" creationId="{5715D715-9E59-BD2C-C8BA-7435D7135AF7}"/>
          </ac:spMkLst>
        </pc:spChg>
        <pc:spChg chg="del mod">
          <ac:chgData name="Ramaraj Sri" userId="19a0e5d8ca647d76" providerId="LiveId" clId="{72EC9BEC-BBF1-4FEA-8F94-696BF3EC7A99}" dt="2026-03-21T09:13:07.713" v="10113" actId="478"/>
          <ac:spMkLst>
            <pc:docMk/>
            <pc:sldMk cId="1157260694" sldId="803"/>
            <ac:spMk id="109" creationId="{0DBA4970-7FD4-D541-E47A-5A5C5CAE9F1C}"/>
          </ac:spMkLst>
        </pc:spChg>
      </pc:sldChg>
      <pc:sldChg chg="del">
        <pc:chgData name="Ramaraj Sri" userId="19a0e5d8ca647d76" providerId="LiveId" clId="{72EC9BEC-BBF1-4FEA-8F94-696BF3EC7A99}" dt="2026-03-21T08:56:24.588" v="8244" actId="47"/>
        <pc:sldMkLst>
          <pc:docMk/>
          <pc:sldMk cId="186934487" sldId="804"/>
        </pc:sldMkLst>
      </pc:sldChg>
      <pc:sldChg chg="modSp mod">
        <pc:chgData name="Ramaraj Sri" userId="19a0e5d8ca647d76" providerId="LiveId" clId="{72EC9BEC-BBF1-4FEA-8F94-696BF3EC7A99}" dt="2026-03-21T09:11:09.779" v="9917" actId="207"/>
        <pc:sldMkLst>
          <pc:docMk/>
          <pc:sldMk cId="1118610013" sldId="805"/>
        </pc:sldMkLst>
        <pc:spChg chg="mod">
          <ac:chgData name="Ramaraj Sri" userId="19a0e5d8ca647d76" providerId="LiveId" clId="{72EC9BEC-BBF1-4FEA-8F94-696BF3EC7A99}" dt="2026-03-21T08:53:47.108" v="7734" actId="20577"/>
          <ac:spMkLst>
            <pc:docMk/>
            <pc:sldMk cId="1118610013" sldId="805"/>
            <ac:spMk id="2" creationId="{B6D13FFD-F5AA-B7BE-FD50-CA6734509EDB}"/>
          </ac:spMkLst>
        </pc:spChg>
        <pc:spChg chg="mod">
          <ac:chgData name="Ramaraj Sri" userId="19a0e5d8ca647d76" providerId="LiveId" clId="{72EC9BEC-BBF1-4FEA-8F94-696BF3EC7A99}" dt="2026-03-21T09:11:09.779" v="9917" actId="207"/>
          <ac:spMkLst>
            <pc:docMk/>
            <pc:sldMk cId="1118610013" sldId="805"/>
            <ac:spMk id="3" creationId="{483C3445-0940-99F0-AB5E-58C8CA362A11}"/>
          </ac:spMkLst>
        </pc:spChg>
      </pc:sldChg>
      <pc:sldChg chg="modSp mod">
        <pc:chgData name="Ramaraj Sri" userId="19a0e5d8ca647d76" providerId="LiveId" clId="{72EC9BEC-BBF1-4FEA-8F94-696BF3EC7A99}" dt="2026-03-21T09:07:30.749" v="9538" actId="207"/>
        <pc:sldMkLst>
          <pc:docMk/>
          <pc:sldMk cId="1621328973" sldId="824"/>
        </pc:sldMkLst>
        <pc:spChg chg="mod">
          <ac:chgData name="Ramaraj Sri" userId="19a0e5d8ca647d76" providerId="LiveId" clId="{72EC9BEC-BBF1-4FEA-8F94-696BF3EC7A99}" dt="2026-03-21T08:48:51.497" v="6908" actId="20577"/>
          <ac:spMkLst>
            <pc:docMk/>
            <pc:sldMk cId="1621328973" sldId="824"/>
            <ac:spMk id="2" creationId="{A7418B1A-D73F-F2F6-5303-A4369C417FF4}"/>
          </ac:spMkLst>
        </pc:spChg>
        <pc:spChg chg="mod">
          <ac:chgData name="Ramaraj Sri" userId="19a0e5d8ca647d76" providerId="LiveId" clId="{72EC9BEC-BBF1-4FEA-8F94-696BF3EC7A99}" dt="2026-03-21T09:07:30.749" v="9538" actId="207"/>
          <ac:spMkLst>
            <pc:docMk/>
            <pc:sldMk cId="1621328973" sldId="824"/>
            <ac:spMk id="3" creationId="{9D0C28EA-830E-81C1-7404-A72E3E5F5859}"/>
          </ac:spMkLst>
        </pc:spChg>
      </pc:sldChg>
      <pc:sldChg chg="del">
        <pc:chgData name="Ramaraj Sri" userId="19a0e5d8ca647d76" providerId="LiveId" clId="{72EC9BEC-BBF1-4FEA-8F94-696BF3EC7A99}" dt="2026-03-21T08:56:26.004" v="8246" actId="47"/>
        <pc:sldMkLst>
          <pc:docMk/>
          <pc:sldMk cId="88429010" sldId="825"/>
        </pc:sldMkLst>
      </pc:sldChg>
      <pc:sldChg chg="del">
        <pc:chgData name="Ramaraj Sri" userId="19a0e5d8ca647d76" providerId="LiveId" clId="{72EC9BEC-BBF1-4FEA-8F94-696BF3EC7A99}" dt="2026-03-21T08:56:27.770" v="8248" actId="47"/>
        <pc:sldMkLst>
          <pc:docMk/>
          <pc:sldMk cId="764810290" sldId="826"/>
        </pc:sldMkLst>
      </pc:sldChg>
      <pc:sldChg chg="del">
        <pc:chgData name="Ramaraj Sri" userId="19a0e5d8ca647d76" providerId="LiveId" clId="{72EC9BEC-BBF1-4FEA-8F94-696BF3EC7A99}" dt="2026-03-21T08:56:26.633" v="8247" actId="47"/>
        <pc:sldMkLst>
          <pc:docMk/>
          <pc:sldMk cId="2659049974" sldId="827"/>
        </pc:sldMkLst>
      </pc:sldChg>
      <pc:sldChg chg="modSp add mod">
        <pc:chgData name="Ramaraj Sri" userId="19a0e5d8ca647d76" providerId="LiveId" clId="{72EC9BEC-BBF1-4FEA-8F94-696BF3EC7A99}" dt="2026-03-21T09:09:56.763" v="9706" actId="20577"/>
        <pc:sldMkLst>
          <pc:docMk/>
          <pc:sldMk cId="552599215" sldId="828"/>
        </pc:sldMkLst>
        <pc:spChg chg="mod">
          <ac:chgData name="Ramaraj Sri" userId="19a0e5d8ca647d76" providerId="LiveId" clId="{72EC9BEC-BBF1-4FEA-8F94-696BF3EC7A99}" dt="2026-03-21T08:52:13.259" v="7444" actId="20577"/>
          <ac:spMkLst>
            <pc:docMk/>
            <pc:sldMk cId="552599215" sldId="828"/>
            <ac:spMk id="2" creationId="{3847E602-D398-31B9-4AEB-C32E61CFBBBC}"/>
          </ac:spMkLst>
        </pc:spChg>
        <pc:spChg chg="mod">
          <ac:chgData name="Ramaraj Sri" userId="19a0e5d8ca647d76" providerId="LiveId" clId="{72EC9BEC-BBF1-4FEA-8F94-696BF3EC7A99}" dt="2026-03-21T09:09:56.763" v="9706" actId="20577"/>
          <ac:spMkLst>
            <pc:docMk/>
            <pc:sldMk cId="552599215" sldId="828"/>
            <ac:spMk id="3" creationId="{0A7F0759-F1BE-FAAD-BBB2-2AC231645EB3}"/>
          </ac:spMkLst>
        </pc:spChg>
      </pc:sldChg>
      <pc:sldChg chg="modSp add mod">
        <pc:chgData name="Ramaraj Sri" userId="19a0e5d8ca647d76" providerId="LiveId" clId="{72EC9BEC-BBF1-4FEA-8F94-696BF3EC7A99}" dt="2026-03-21T09:12:05.376" v="10039" actId="20577"/>
        <pc:sldMkLst>
          <pc:docMk/>
          <pc:sldMk cId="880199844" sldId="829"/>
        </pc:sldMkLst>
        <pc:spChg chg="mod">
          <ac:chgData name="Ramaraj Sri" userId="19a0e5d8ca647d76" providerId="LiveId" clId="{72EC9BEC-BBF1-4FEA-8F94-696BF3EC7A99}" dt="2026-03-21T08:54:15.206" v="7814" actId="20577"/>
          <ac:spMkLst>
            <pc:docMk/>
            <pc:sldMk cId="880199844" sldId="829"/>
            <ac:spMk id="2" creationId="{2FE9B525-9939-960F-B359-A89DCC475A6D}"/>
          </ac:spMkLst>
        </pc:spChg>
        <pc:spChg chg="mod">
          <ac:chgData name="Ramaraj Sri" userId="19a0e5d8ca647d76" providerId="LiveId" clId="{72EC9BEC-BBF1-4FEA-8F94-696BF3EC7A99}" dt="2026-03-21T09:12:05.376" v="10039" actId="20577"/>
          <ac:spMkLst>
            <pc:docMk/>
            <pc:sldMk cId="880199844" sldId="829"/>
            <ac:spMk id="3" creationId="{A7186C9A-5673-235A-9BD4-3F585055F21B}"/>
          </ac:spMkLst>
        </pc:spChg>
      </pc:sldChg>
      <pc:sldChg chg="modSp add mod">
        <pc:chgData name="Ramaraj Sri" userId="19a0e5d8ca647d76" providerId="LiveId" clId="{72EC9BEC-BBF1-4FEA-8F94-696BF3EC7A99}" dt="2026-03-21T08:59:36.035" v="8753" actId="20577"/>
        <pc:sldMkLst>
          <pc:docMk/>
          <pc:sldMk cId="1298748633" sldId="830"/>
        </pc:sldMkLst>
        <pc:spChg chg="mod">
          <ac:chgData name="Ramaraj Sri" userId="19a0e5d8ca647d76" providerId="LiveId" clId="{72EC9BEC-BBF1-4FEA-8F94-696BF3EC7A99}" dt="2026-03-21T08:59:36.035" v="8753" actId="20577"/>
          <ac:spMkLst>
            <pc:docMk/>
            <pc:sldMk cId="1298748633" sldId="830"/>
            <ac:spMk id="2" creationId="{80343AFC-E9B9-CA66-D2C9-C42DE2F1DFA4}"/>
          </ac:spMkLst>
        </pc:spChg>
        <pc:spChg chg="mod">
          <ac:chgData name="Ramaraj Sri" userId="19a0e5d8ca647d76" providerId="LiveId" clId="{72EC9BEC-BBF1-4FEA-8F94-696BF3EC7A99}" dt="2026-03-21T08:58:40.041" v="8690" actId="20577"/>
          <ac:spMkLst>
            <pc:docMk/>
            <pc:sldMk cId="1298748633" sldId="830"/>
            <ac:spMk id="3" creationId="{CCFAADE7-0B30-77FD-7C8B-41A1B856FBAA}"/>
          </ac:spMkLst>
        </pc:spChg>
      </pc:sldChg>
      <pc:sldChg chg="modSp add mod">
        <pc:chgData name="Ramaraj Sri" userId="19a0e5d8ca647d76" providerId="LiveId" clId="{72EC9BEC-BBF1-4FEA-8F94-696BF3EC7A99}" dt="2026-03-21T08:59:11.332" v="8749" actId="20577"/>
        <pc:sldMkLst>
          <pc:docMk/>
          <pc:sldMk cId="2656312767" sldId="831"/>
        </pc:sldMkLst>
        <pc:spChg chg="mod">
          <ac:chgData name="Ramaraj Sri" userId="19a0e5d8ca647d76" providerId="LiveId" clId="{72EC9BEC-BBF1-4FEA-8F94-696BF3EC7A99}" dt="2026-03-21T08:59:05.736" v="8739" actId="20577"/>
          <ac:spMkLst>
            <pc:docMk/>
            <pc:sldMk cId="2656312767" sldId="831"/>
            <ac:spMk id="2" creationId="{AC26EBF3-B90A-D780-71A8-0F6F74206D5D}"/>
          </ac:spMkLst>
        </pc:spChg>
        <pc:spChg chg="mod">
          <ac:chgData name="Ramaraj Sri" userId="19a0e5d8ca647d76" providerId="LiveId" clId="{72EC9BEC-BBF1-4FEA-8F94-696BF3EC7A99}" dt="2026-03-21T08:59:11.332" v="8749" actId="20577"/>
          <ac:spMkLst>
            <pc:docMk/>
            <pc:sldMk cId="2656312767" sldId="831"/>
            <ac:spMk id="3" creationId="{56B1E6CD-28A4-0547-FCFA-8E8B38A76F9D}"/>
          </ac:spMkLst>
        </pc:spChg>
      </pc:sldChg>
      <pc:sldChg chg="modSp add mod">
        <pc:chgData name="Ramaraj Sri" userId="19a0e5d8ca647d76" providerId="LiveId" clId="{72EC9BEC-BBF1-4FEA-8F94-696BF3EC7A99}" dt="2026-03-21T09:12:34.380" v="10091" actId="20577"/>
        <pc:sldMkLst>
          <pc:docMk/>
          <pc:sldMk cId="1076672197" sldId="832"/>
        </pc:sldMkLst>
        <pc:spChg chg="mod">
          <ac:chgData name="Ramaraj Sri" userId="19a0e5d8ca647d76" providerId="LiveId" clId="{72EC9BEC-BBF1-4FEA-8F94-696BF3EC7A99}" dt="2026-03-21T08:59:56.297" v="8795" actId="20577"/>
          <ac:spMkLst>
            <pc:docMk/>
            <pc:sldMk cId="1076672197" sldId="832"/>
            <ac:spMk id="2" creationId="{989EFA05-49D5-8965-5B47-01BD88A22691}"/>
          </ac:spMkLst>
        </pc:spChg>
        <pc:spChg chg="mod">
          <ac:chgData name="Ramaraj Sri" userId="19a0e5d8ca647d76" providerId="LiveId" clId="{72EC9BEC-BBF1-4FEA-8F94-696BF3EC7A99}" dt="2026-03-21T09:12:34.380" v="10091" actId="20577"/>
          <ac:spMkLst>
            <pc:docMk/>
            <pc:sldMk cId="1076672197" sldId="832"/>
            <ac:spMk id="3" creationId="{1ED32972-71CF-5F3C-FC9D-E36A0D2D508F}"/>
          </ac:spMkLst>
        </pc:spChg>
      </pc:sldChg>
      <pc:sldChg chg="addSp delSp modSp add mod">
        <pc:chgData name="Ramaraj Sri" userId="19a0e5d8ca647d76" providerId="LiveId" clId="{72EC9BEC-BBF1-4FEA-8F94-696BF3EC7A99}" dt="2026-03-21T09:14:58.808" v="10181" actId="403"/>
        <pc:sldMkLst>
          <pc:docMk/>
          <pc:sldMk cId="259496017" sldId="833"/>
        </pc:sldMkLst>
        <pc:spChg chg="mod">
          <ac:chgData name="Ramaraj Sri" userId="19a0e5d8ca647d76" providerId="LiveId" clId="{72EC9BEC-BBF1-4FEA-8F94-696BF3EC7A99}" dt="2026-03-21T09:13:31.045" v="10148" actId="20577"/>
          <ac:spMkLst>
            <pc:docMk/>
            <pc:sldMk cId="259496017" sldId="833"/>
            <ac:spMk id="2" creationId="{654CF152-678E-EC39-589A-AFB6DAA8AF09}"/>
          </ac:spMkLst>
        </pc:spChg>
        <pc:spChg chg="del mod">
          <ac:chgData name="Ramaraj Sri" userId="19a0e5d8ca647d76" providerId="LiveId" clId="{72EC9BEC-BBF1-4FEA-8F94-696BF3EC7A99}" dt="2026-03-21T09:13:38.329" v="10150" actId="478"/>
          <ac:spMkLst>
            <pc:docMk/>
            <pc:sldMk cId="259496017" sldId="833"/>
            <ac:spMk id="3" creationId="{3185FEF1-2E68-7783-060E-A9627597902E}"/>
          </ac:spMkLst>
        </pc:spChg>
        <pc:spChg chg="add del mod">
          <ac:chgData name="Ramaraj Sri" userId="19a0e5d8ca647d76" providerId="LiveId" clId="{72EC9BEC-BBF1-4FEA-8F94-696BF3EC7A99}" dt="2026-03-21T09:14:37.614" v="10175" actId="478"/>
          <ac:spMkLst>
            <pc:docMk/>
            <pc:sldMk cId="259496017" sldId="833"/>
            <ac:spMk id="5" creationId="{1C7A3EE7-877A-6ECF-2F61-95AF1F943F9C}"/>
          </ac:spMkLst>
        </pc:spChg>
        <pc:graphicFrameChg chg="add mod modGraphic">
          <ac:chgData name="Ramaraj Sri" userId="19a0e5d8ca647d76" providerId="LiveId" clId="{72EC9BEC-BBF1-4FEA-8F94-696BF3EC7A99}" dt="2026-03-21T09:14:58.808" v="10181" actId="403"/>
          <ac:graphicFrameMkLst>
            <pc:docMk/>
            <pc:sldMk cId="259496017" sldId="833"/>
            <ac:graphicFrameMk id="6" creationId="{85182370-2B47-D13B-FC3B-F8B25566CAE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8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168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1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7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9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9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0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87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6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0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8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22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9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77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4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30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1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28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40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773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3532218" y="5647070"/>
            <a:ext cx="475013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		</a:t>
            </a:r>
            <a:r>
              <a:rPr lang="en-US" sz="4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</a:t>
            </a:r>
          </a:p>
          <a:p>
            <a:pPr lvl="0" algn="ctr">
              <a:buClr>
                <a:srgbClr val="000000"/>
              </a:buClr>
              <a:defRPr/>
            </a:pPr>
            <a:r>
              <a:rPr lang="en-IN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Buy • Sell • Rent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987903" y="3027569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742E33-8E8A-CA02-4F7F-752884F9E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890" y="3980381"/>
            <a:ext cx="2538787" cy="253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6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811" y="555897"/>
            <a:ext cx="7937961" cy="838202"/>
          </a:xfrm>
        </p:spPr>
        <p:txBody>
          <a:bodyPr/>
          <a:lstStyle/>
          <a:p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Team Members and Roles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82370-2B47-D13B-FC3B-F8B25566C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457061"/>
              </p:ext>
            </p:extLst>
          </p:nvPr>
        </p:nvGraphicFramePr>
        <p:xfrm>
          <a:off x="1179534" y="1988507"/>
          <a:ext cx="9832932" cy="2883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466">
                  <a:extLst>
                    <a:ext uri="{9D8B030D-6E8A-4147-A177-3AD203B41FA5}">
                      <a16:colId xmlns:a16="http://schemas.microsoft.com/office/drawing/2014/main" val="50089967"/>
                    </a:ext>
                  </a:extLst>
                </a:gridCol>
                <a:gridCol w="4916466">
                  <a:extLst>
                    <a:ext uri="{9D8B030D-6E8A-4147-A177-3AD203B41FA5}">
                      <a16:colId xmlns:a16="http://schemas.microsoft.com/office/drawing/2014/main" val="975677717"/>
                    </a:ext>
                  </a:extLst>
                </a:gridCol>
              </a:tblGrid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729165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Thomson 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477258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Sujal Patil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Lead and Test 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612009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Shreyas Reddy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Marketing 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89344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Shivarayagouda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Biradar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Contact 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50238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ACCFE4C-1B8B-CFF5-5537-8BACD465B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466" y="0"/>
            <a:ext cx="1179534" cy="117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 Statement</a:t>
            </a:r>
            <a:endParaRPr lang="en-US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28EA-830E-81C1-7404-A72E3E5F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160" y="1595806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 algn="just">
              <a:spcBef>
                <a:spcPts val="27"/>
              </a:spcBef>
              <a:buNone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Users face difficulty in buying and selling second-hand items due to lack of trust, fake users, and unorganized platforms.</a:t>
            </a:r>
          </a:p>
          <a:p>
            <a:pPr marL="0" indent="0" algn="just">
              <a:spcBef>
                <a:spcPts val="27"/>
              </a:spcBef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27"/>
              </a:spcBef>
              <a:buNone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Finding reliable buyers or sellers is time-consuming and inefficient in existing systems.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ED463-92FE-22F0-BCE6-FECA295D6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466" y="0"/>
            <a:ext cx="1179534" cy="117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2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b="1" u="sng" spc="3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User or Customer Understanding</a:t>
            </a:r>
            <a:endParaRPr lang="en-US" b="1" u="sng" spc="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0759-F1BE-FAAD-BBB2-2AC231645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512" y="1186665"/>
            <a:ext cx="6578703" cy="4612009"/>
          </a:xfrm>
        </p:spPr>
        <p:txBody>
          <a:bodyPr spcFirstLastPara="1" vert="horz" wrap="square" lIns="121920" tIns="60960" rIns="121920" bIns="60960" rtlCol="0" anchor="t" anchorCtr="0">
            <a:noAutofit/>
          </a:bodyPr>
          <a:lstStyle/>
          <a:p>
            <a:pPr marL="76200" indent="0" algn="just"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Interview Questions Asked:</a:t>
            </a:r>
          </a:p>
          <a:p>
            <a:pPr marL="3619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challenges do you face while buying or selling second-hand items?</a:t>
            </a:r>
          </a:p>
          <a:p>
            <a:pPr marL="3619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you trust existing platforms for peer-to-peer transactions? Why or why not?</a:t>
            </a:r>
          </a:p>
          <a:p>
            <a:pPr marL="3619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Would you prefer renting items instead of buying for short-term use?</a:t>
            </a:r>
          </a:p>
          <a:p>
            <a:pPr marL="3619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Would you use a verified platform where users are authenticated?</a:t>
            </a:r>
          </a:p>
          <a:p>
            <a:pPr marL="76200" indent="0" algn="just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just"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~75–80% users reported trust issues (fake users/scams)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~70% said finding buyers/sellers is time-consuming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~60–65% showed interest in renting items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~85–90% said they would use a verified marketplace like </a:t>
            </a:r>
            <a:r>
              <a:rPr lang="en-GB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PeerCart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 algn="ctr">
              <a:spcBef>
                <a:spcPts val="27"/>
              </a:spcBef>
              <a:buNone/>
            </a:pPr>
            <a:endParaRPr lang="en-GB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Bef>
                <a:spcPts val="27"/>
              </a:spcBef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interview records available in GitHub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DCE1B3-FC66-308B-90D9-69276F874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628" y="1247221"/>
            <a:ext cx="4623372" cy="4376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0E38B4-BF11-66DD-088B-E8562364C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466" y="0"/>
            <a:ext cx="1179534" cy="117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Ideal Customer Profile (ICP)</a:t>
            </a:r>
            <a:endParaRPr lang="en-US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3445-0940-99F0-AB5E-58C8CA362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175472"/>
            <a:ext cx="10801201" cy="5122586"/>
          </a:xfrm>
        </p:spPr>
        <p:txBody>
          <a:bodyPr spcFirstLastPara="1" vert="horz" wrap="square" lIns="121920" tIns="60960" rIns="121920" bIns="60960" rtlCol="0" anchor="t" anchorCtr="0">
            <a:normAutofit lnSpcReduction="10000"/>
          </a:bodyPr>
          <a:lstStyle/>
          <a:p>
            <a:pPr marL="76200" indent="0" algn="just">
              <a:buNone/>
            </a:pPr>
            <a:r>
              <a:rPr lang="en-IN" b="1" dirty="0">
                <a:solidFill>
                  <a:schemeClr val="tx1"/>
                </a:solidFill>
              </a:rPr>
              <a:t>1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Demographic Profile</a:t>
            </a:r>
          </a:p>
          <a:p>
            <a:pPr marL="419100" indent="-34290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Age: 18–30 years</a:t>
            </a:r>
          </a:p>
          <a:p>
            <a:pPr marL="419100" indent="-34290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Occupation: Students, young professionals, freelancers</a:t>
            </a:r>
          </a:p>
          <a:p>
            <a:pPr marL="419100" indent="-34290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Location: Urban &amp; semi-urban areas</a:t>
            </a:r>
          </a:p>
          <a:p>
            <a:pPr marL="419100" indent="-34290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Living Situation: Hostel, PG, rented apartments</a:t>
            </a:r>
          </a:p>
          <a:p>
            <a:pPr marL="419100" indent="-34290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 Level: Budget-conscious / limited disposable income</a:t>
            </a:r>
          </a:p>
          <a:p>
            <a:pPr marL="419100" indent="-34290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just">
              <a:buNone/>
            </a:pPr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Psychographic Profile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 saving money and smart spending.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Prefers convenience and quick solutions.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Concerned about trust and safety in online transactions.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to second-hand usage and renting.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Comfortable using mobile apps and digital platforms.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6200" indent="0" algn="ctr">
              <a:buNone/>
            </a:pPr>
            <a:r>
              <a:rPr lang="en-GB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PeerCart</a:t>
            </a:r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targets budget-conscious, tech-savvy users who seek a safe, convenient, and efficient way to buy, sell, and rent items.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AD84ED-C276-E8AA-123F-4E4162C5F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466" y="0"/>
            <a:ext cx="1179534" cy="117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1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178705"/>
            <a:ext cx="6211927" cy="838202"/>
          </a:xfrm>
        </p:spPr>
        <p:txBody>
          <a:bodyPr/>
          <a:lstStyle/>
          <a:p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Customer Persona (CP)</a:t>
            </a:r>
            <a:endParaRPr lang="en-US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6C9A-5673-235A-9BD4-3F585055F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677859"/>
            <a:ext cx="8212295" cy="4618702"/>
          </a:xfrm>
        </p:spPr>
        <p:txBody>
          <a:bodyPr spcFirstLastPara="1" vert="horz" wrap="square" lIns="121920" tIns="60960" rIns="121920" bIns="60960" rtlCol="0" anchor="t" anchorCtr="0">
            <a:noAutofit/>
          </a:bodyPr>
          <a:lstStyle/>
          <a:p>
            <a:pPr marL="76200" indent="0">
              <a:buNone/>
            </a:pPr>
            <a:endParaRPr lang="en-GB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Srujan L, 21 — Student, Bengaluru</a:t>
            </a:r>
          </a:p>
          <a:p>
            <a:pPr marL="76200" indent="0">
              <a:buNone/>
            </a:pPr>
            <a:endParaRPr lang="en-GB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He Is</a:t>
            </a:r>
          </a:p>
          <a:p>
            <a:pPr marL="76200" indent="0">
              <a:buNone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3rd-year </a:t>
            </a:r>
            <a:r>
              <a:rPr 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 at REVA University, lives in a hostel, tech-savvy, budget-conscious, frequently buys and sells used items</a:t>
            </a:r>
          </a:p>
          <a:p>
            <a:pPr marL="7620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Problem</a:t>
            </a:r>
          </a:p>
          <a:p>
            <a:pPr marL="76200" indent="0">
              <a:buNone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Relies on WhatsApp groups, friends, and apps like OLX, but everything is scattered, unorganized, and lacks trust.</a:t>
            </a:r>
          </a:p>
          <a:p>
            <a:pPr marL="7620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6200" indent="0"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Pain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Wastes hours searching for the right buyer or seller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 fear of fake users and scams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option to rent items for short-term needs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many platforms, no single trusted solution </a:t>
            </a:r>
          </a:p>
          <a:p>
            <a:pPr marL="7620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He Wants</a:t>
            </a:r>
          </a:p>
          <a:p>
            <a:pPr marL="76200" indent="0">
              <a:buNone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trusted platform where he can buy, sell, or rent items easily, connect with verified nearby users, and complete transactions quickly with confidence</a:t>
            </a: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6200" indent="0">
              <a:buNone/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60C818-4896-C8C6-58AD-9B4A09847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51"/>
          <a:stretch>
            <a:fillRect/>
          </a:stretch>
        </p:blipFill>
        <p:spPr>
          <a:xfrm>
            <a:off x="8907695" y="1756647"/>
            <a:ext cx="2806734" cy="22810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118B84-0185-E50B-C224-BC1F2E2D69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466" y="0"/>
            <a:ext cx="1179534" cy="117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9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A05-49D5-8965-5B47-01BD88A22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0"/>
            <a:ext cx="6211927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</a:t>
            </a:r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Product USP</a:t>
            </a:r>
            <a:endParaRPr lang="en-US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32972-71CF-5F3C-FC9D-E36A0D2D5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684090"/>
            <a:ext cx="11087628" cy="5316018"/>
          </a:xfrm>
        </p:spPr>
        <p:txBody>
          <a:bodyPr spcFirstLastPara="1" vert="horz" wrap="square" lIns="121920" tIns="60960" rIns="121920" bIns="60960" rtlCol="0" anchor="t" anchorCtr="0">
            <a:noAutofit/>
          </a:bodyPr>
          <a:lstStyle/>
          <a:p>
            <a:pPr marL="0" indent="0" algn="just">
              <a:spcBef>
                <a:spcPts val="27"/>
              </a:spcBef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Will Customers Use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PeerCart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 transactions with verified users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time with quick buyer/seller matching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Ability to rent items instead of buying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Convenient all-in-one platform (no need for multiple apps)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users save and earn money easily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27"/>
              </a:spcBef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Unique About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PeerCart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Trust-first approach with user verification and ratings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Buy • Sell • Rent in one platform. 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“Post Your Need” feature (demand-based matching)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price suggestions &amp; smart search 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Nearby user matching for faster transactions 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27"/>
              </a:spcBef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is it Different from Existing Platforms?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strong trust system → Verified users &amp; trust scores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buying/selling → Includes renting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search → Smart matching + need-based posting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Unorganized listings → Structured and user-friendly system</a:t>
            </a:r>
          </a:p>
          <a:p>
            <a:pPr marL="342900" indent="-3429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transactions → Faster, location-based connections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9E953-949A-0919-1538-32273D0CFB01}"/>
              </a:ext>
            </a:extLst>
          </p:cNvPr>
          <p:cNvSpPr txBox="1"/>
          <p:nvPr/>
        </p:nvSpPr>
        <p:spPr>
          <a:xfrm>
            <a:off x="7613150" y="2280863"/>
            <a:ext cx="39863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PeerCart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trust, convenience, and smart matching to create a faster and safer peer-to-peer marketplace.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24AFF4-742F-D9B5-9DF5-EB697C9EF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466" y="0"/>
            <a:ext cx="1179534" cy="117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7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91" y="170666"/>
            <a:ext cx="7045685" cy="838202"/>
          </a:xfrm>
        </p:spPr>
        <p:txBody>
          <a:bodyPr/>
          <a:lstStyle/>
          <a:p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 Cases &amp; High Level Requirements</a:t>
            </a:r>
            <a:endParaRPr lang="en-US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12733C-C04D-06C1-762A-2CBEE34F4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466" y="0"/>
            <a:ext cx="1179534" cy="1179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022A93-4934-E8A4-A09C-22077E298CD7}"/>
              </a:ext>
            </a:extLst>
          </p:cNvPr>
          <p:cNvSpPr txBox="1"/>
          <p:nvPr/>
        </p:nvSpPr>
        <p:spPr>
          <a:xfrm>
            <a:off x="500191" y="1028343"/>
            <a:ext cx="537662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 – How Users Interact with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PeerCart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 an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Item details (name, price, category, location)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Item listed → matched with potential buyers.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Buy an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Search/query or browse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Relevant listings + nearby sellers.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Rent an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Item requirement +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Available rental options nearby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Post a Need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“I need [item]”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Sellers get notified and respond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User Verification &amp;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Email/phone verification + user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Verified badge + trust score displayed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B4BB16-6DEB-4973-C129-5AB1FF468EAB}"/>
              </a:ext>
            </a:extLst>
          </p:cNvPr>
          <p:cNvSpPr txBox="1"/>
          <p:nvPr/>
        </p:nvSpPr>
        <p:spPr>
          <a:xfrm>
            <a:off x="5989833" y="989247"/>
            <a:ext cx="5527497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Requirements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login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/ view / manage listings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items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Rent, buy, sell functionality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verification &amp; rating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“Post your need” feature 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time and easy to use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data &amp; authentication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large number of 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system performance 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Acceptance Criteria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successfully list and view items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verified users can interact fully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shows relevant results based on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Transactions/interactions are smooth and error-free </a:t>
            </a:r>
          </a:p>
        </p:txBody>
      </p:sp>
    </p:spTree>
    <p:extLst>
      <p:ext uri="{BB962C8B-B14F-4D97-AF65-F5344CB8AC3E}">
        <p14:creationId xmlns:p14="http://schemas.microsoft.com/office/powerpoint/2010/main" val="1298748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Proof of Concept (PoC) / Prototype Demo</a:t>
            </a:r>
            <a:endParaRPr lang="en-US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1E6CD-28A4-0547-FCFA-8E8B38A7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773936"/>
            <a:ext cx="10801201" cy="293585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BC715D-ACBE-78B1-1BC8-393F964C4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466" y="0"/>
            <a:ext cx="1179534" cy="11795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1BB8CC-F38C-11E8-D6A9-046978C6A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87" y="1560470"/>
            <a:ext cx="5664303" cy="3362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14C1D5-BA57-E139-0561-FECD69667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590" y="1503962"/>
            <a:ext cx="5778839" cy="347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12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C68C4-D3B0-6E39-D74C-5FE29B12B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3540" y="2292836"/>
            <a:ext cx="8802561" cy="2001651"/>
          </a:xfrm>
        </p:spPr>
        <p:txBody>
          <a:bodyPr/>
          <a:lstStyle/>
          <a:p>
            <a:pPr marL="76200" indent="0">
              <a:buNone/>
            </a:pPr>
            <a:r>
              <a:rPr lang="en-IN" sz="1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116B05-C96D-29A0-A513-5E62B8613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466" y="0"/>
            <a:ext cx="1179534" cy="117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8379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2584</TotalTime>
  <Words>1007</Words>
  <Application>Microsoft Office PowerPoint</Application>
  <PresentationFormat>Widescreen</PresentationFormat>
  <Paragraphs>161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Roboto Medium</vt:lpstr>
      <vt:lpstr>Times New Roman</vt:lpstr>
      <vt:lpstr>1_Office Theme</vt:lpstr>
      <vt:lpstr>PowerPoint Presentation</vt:lpstr>
      <vt:lpstr>Team Members and Roles</vt:lpstr>
      <vt:lpstr>Problem Statement</vt:lpstr>
      <vt:lpstr>User or Customer Understanding</vt:lpstr>
      <vt:lpstr>Ideal Customer Profile (ICP)</vt:lpstr>
      <vt:lpstr>Customer Persona (CP)</vt:lpstr>
      <vt:lpstr> Product USP</vt:lpstr>
      <vt:lpstr>Use Cases &amp; High Level Requirements</vt:lpstr>
      <vt:lpstr> Proof of Concept (PoC) / Prototype 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Ramaraj Sri</dc:creator>
  <cp:lastModifiedBy>Thomson Sunny</cp:lastModifiedBy>
  <cp:revision>16</cp:revision>
  <dcterms:created xsi:type="dcterms:W3CDTF">2025-09-17T04:00:39Z</dcterms:created>
  <dcterms:modified xsi:type="dcterms:W3CDTF">2026-03-28T02:24:38Z</dcterms:modified>
</cp:coreProperties>
</file>